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BOOKTRACK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real books, track your reading, rate what you finish.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50292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command-line application — powered by the Open Library API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Thanaa   •   Ayham Abd Aljabbar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50 — Final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why we chose to solve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480560"/>
          </a:xfrm>
          <a:prstGeom prst="roundRect">
            <a:avLst>
              <a:gd name="adj" fmla="val 2449"/>
            </a:avLst>
          </a:prstGeom>
          <a:solidFill>
            <a:srgbClr val="ECE2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lose track of what they want to read, what they're currently reading, and what they've already finished — usually across sticky notes, phone memos, or nothing at all.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out book details by hand is tedious and error-prone. We wanted a lightweight tool that pulls real book data automatically, so the reader only has to make decisions — not data entry.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920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“BookTrack turns a messy reading list into one reliable source of truth.”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5029200" cy="1298448"/>
          </a:xfrm>
          <a:prstGeom prst="roundRect">
            <a:avLst>
              <a:gd name="adj" fmla="val 7042"/>
            </a:avLst>
          </a:prstGeom>
          <a:solidFill>
            <a:srgbClr val="4A1F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12280" y="1847088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84708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 required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291840"/>
            <a:ext cx="5029200" cy="1298448"/>
          </a:xfrm>
          <a:prstGeom prst="roundRect">
            <a:avLst>
              <a:gd name="adj" fmla="val 7042"/>
            </a:avLst>
          </a:prstGeom>
          <a:solidFill>
            <a:srgbClr val="4A1F3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3401568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340156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file for all data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4846320"/>
            <a:ext cx="5029200" cy="1298448"/>
          </a:xfrm>
          <a:prstGeom prst="roundRect">
            <a:avLst>
              <a:gd name="adj" fmla="val 7042"/>
            </a:avLst>
          </a:prstGeom>
          <a:solidFill>
            <a:srgbClr val="4A1F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4956048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956048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per search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 &amp; 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CE2D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38988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2344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user: anyone who wants a fast, no-signup way to track their personal reading list from the terminal.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5146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Search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books by title or author via the Open Library API — no API key needed.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2860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25146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Shelves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1089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book as Want to Read, Reading, or Completed.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5320" y="25146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24871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1089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current page; BookTrack validates it and shows % complete.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361688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5902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562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Favorites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1846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finished books 1–5; favorites are auto-filtered and sorted.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4361688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5902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2628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4562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Summary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51846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totals per status and your average rating at a glance.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4361688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75320" y="459028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7532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8915400" y="4562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Persistence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518464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saved to a simple, human-readable library.json.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&amp;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through the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1783080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6D2E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7512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9504" y="1783080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A2676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9504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Book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55464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11496" y="1783080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11496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77456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33488" y="1783080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A2676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33488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Status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299448" y="1783080"/>
            <a:ext cx="256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55480" y="1783080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6D2E4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555480" y="1783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JSON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returns to the Main Menu — the loop continues until Exit.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" y="4206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menu loop, connects every feature.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96412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79292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src/api.py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479292" y="4206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search_books() — talks to Open Library.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5060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77940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src/storage.py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77940" y="4206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load_library() / save_library() — JSON I/O.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93708" y="36576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ECE2D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76588" y="37947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src/logic.py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276588" y="42062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duplicates, favorites, validation.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data/library.json → the single source of truth read and written by storage.py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Python Concepts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why each one was the right tool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589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10512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6479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Packages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764792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split into api.py, storage.py and logic.py — each with one responsibility — instead of one long file.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2569464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694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523744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523744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menu action is its own function, so main() stays short and each piece is independently testable.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11064240" cy="7589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28416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3328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282696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+ JSON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282696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open(...) safely reads/writes data/library.json, so the library survives between runs.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087368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041648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&amp; Validation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041648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around network calls and file access, plus manual checks (page ranges, ratings 1–5) prevent crashes.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27448"/>
            <a:ext cx="11064240" cy="758952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846320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846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800600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library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4800600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requests.get() calls the Open Library Search API and turns real book data into Python dicts.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31520" y="5605272"/>
            <a:ext cx="512064" cy="512064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56052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5559552"/>
            <a:ext cx="2743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5559552"/>
            <a:ext cx="7086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unit tests verify the core logic functions behave correctly, including edge cases.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Version, In Action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command-line interface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1E1710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737360"/>
            <a:ext cx="146304" cy="14630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73736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737360"/>
            <a:ext cx="146304" cy="14630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057400"/>
            <a:ext cx="6309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BOOKTRACK ==========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Search for a Book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My Library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Update Reading Progress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Rate a Completed Book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Favorite Books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Reading Summary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Exit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a book title or author: dune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Search Results =====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Dune - Frank Herbert (1965) | Pages: 412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BE5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'Dune' was added with status: reading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92024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38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73252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numbered menu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269748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381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697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 from a real API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38160" y="34747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381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status confirmation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5120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in the demo video — link in the README.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Hardest Bug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how we tracked it down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ECE2D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B341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books returned by the Open Library API have no page count at all. Our early version assumed pages would always be a number, so calculate_progress() crashed with a TypeError as soon as a page count was missing.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251960"/>
            <a:ext cx="475488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showed up when searching for older or less common titles — which made it easy to miss during our first round of manual testing.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4A1F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192024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17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0604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api.py, we default missing page counts to None instead of crashing. In logic.py, add_to_library() then converts that to 0, and calculate_progress() validates types with try/except before doing any math.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37960" y="4434840"/>
            <a:ext cx="4754880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537960" y="45720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learned: never trust external API data to be complete — validate it at the boundary, before it reaches your core logic.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Error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91840" cy="4617720"/>
          </a:xfrm>
          <a:prstGeom prst="roundRect">
            <a:avLst>
              <a:gd name="adj" fmla="val 3333"/>
            </a:avLst>
          </a:prstGeom>
          <a:solidFill>
            <a:srgbClr val="6D2E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unit tests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required minimum)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14400" y="4069080"/>
            <a:ext cx="2560320" cy="0"/>
          </a:xfrm>
          <a:prstGeom prst="line">
            <a:avLst/>
          </a:prstGeom>
          <a:noFill/>
          <a:ln w="12700">
            <a:solidFill>
              <a:srgbClr val="ECE2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51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progress calculation, duplicate detection, favorites filtering, and adding books to the library.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10" name="Shape 8"/>
          <p:cNvSpPr/>
          <p:nvPr/>
        </p:nvSpPr>
        <p:spPr>
          <a:xfrm>
            <a:off x="4279392" y="162763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793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📶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591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/ API down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0299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with try/except; returns an empty result instead of crashing.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001000" y="146304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65592" y="162763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655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📭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591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not found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02996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search results are detected and reported clearly.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114800" y="2971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20" name="Shape 18"/>
          <p:cNvSpPr/>
          <p:nvPr/>
        </p:nvSpPr>
        <p:spPr>
          <a:xfrm>
            <a:off x="4279392" y="313639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7939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0998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35387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is_duplicate() blocks adding the same title twice.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01000" y="2971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25" name="Shape 23"/>
          <p:cNvSpPr/>
          <p:nvPr/>
        </p:nvSpPr>
        <p:spPr>
          <a:xfrm>
            <a:off x="8165592" y="313639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165592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0998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rating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35387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whole numbers 1–5 are accepted; anything else is rejected.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114800" y="44805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4279392" y="464515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27939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4608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library.json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5047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load_library() falls back to an empty library instead of crashing.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001000" y="448056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ECE2D0"/>
          </a:solidFill>
          <a:ln/>
        </p:spPr>
      </p:sp>
      <p:sp>
        <p:nvSpPr>
          <p:cNvPr id="35" name="Shape 33"/>
          <p:cNvSpPr/>
          <p:nvPr/>
        </p:nvSpPr>
        <p:spPr>
          <a:xfrm>
            <a:off x="8165592" y="4645152"/>
            <a:ext cx="457200" cy="457200"/>
          </a:xfrm>
          <a:prstGeom prst="ellipse">
            <a:avLst/>
          </a:prstGeom>
          <a:solidFill>
            <a:srgbClr val="4A1F3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165592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⌨️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46085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menu input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50474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choice is range-checked before use; invalid input just reprints the menu.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BookTrack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ECE2D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830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live data source — not a mock database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2860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hard-coding a list of fake books, BookTrack calls the Open Library Search API in real time — so every title, author, and page count the user sees is genuine, current, and requires zero manual data entry.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6D2E46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8404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by design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call and user input is validated before it touches the library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36118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6D2E4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38404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storage, and business logic each live in their own module.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3611880"/>
            <a:ext cx="3611880" cy="2468880"/>
          </a:xfrm>
          <a:prstGeom prst="roundRect">
            <a:avLst>
              <a:gd name="adj" fmla="val 3704"/>
            </a:avLst>
          </a:prstGeom>
          <a:solidFill>
            <a:srgbClr val="6D2E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384048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1F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clutter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duplicate detection keeps the personal library tidy automatically.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F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Next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more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CE2D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84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remove books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correct details or remove a book without editing JSON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CE2D0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🕒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84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history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51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recent searches so users can quickly revisit past results.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C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reports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reading summary into a shareable text or PDF report.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ECE2D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062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24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&amp; genres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920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tag books by genre for richer filtering and stats.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BookTrack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196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4572000" cy="45720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688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68680" y="3337560"/>
            <a:ext cx="50292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Thanaa   •   Ayham Abd Aljabbar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github.com/riawanston80-a11y/booktrack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2026-09-08T01:45:07Z</dcterms:created>
  <dcterms:modified xsi:type="dcterms:W3CDTF">2026-09-08T01:45:07Z</dcterms:modified>
</cp:coreProperties>
</file>